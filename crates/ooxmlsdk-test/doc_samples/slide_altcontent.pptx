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000"
    Type="http://schemas.openxmlformats.org/officeDocument/2006/relationships/theme"
    Target="theme/theme1.xml"/>
  <Relationship Id="rId1"
    Type="http://schemas.openxmlformats.org/officeDocument/2006/relationships/slide"
    Target="slides/slide1.xml"/>
</Relationships>
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extBox 2"/>
          <p:cNvSpPr txBox="1">
            <a:spLocks noGrp="1"/>
          </p:cNvSpPr>
          <p:nvPr/>
        </p:nvSpPr>
        <p:spPr>
          <a:xfrm>
            <a:off x="457200" y="0"/>
            <a:ext cx="82296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t>MCE repro base slide</a:t>
            </a:r>
          </a:p>
        </p:txBody>
      </p:sp>
      <p:sp>
        <p:nvSpPr>
          <p:cNvPr id="50" name="TitleLabel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800" b="1">
                <a:solidFill>
                  <a:srgbClr val="1F3864"/>
                </a:solidFill>
              </a:rPr>
              <a:t>MCE repro: AltContent in &lt;p:sld&gt;</a:t>
            </a:r>
          </a:p>
          <a:p>
            <a:pPr algn="l"/>
            <a:r>
              <a:rPr lang="en-US" sz="1400">
                <a:solidFill>
                  <a:srgbClr val="595959"/>
                </a:solidFill>
              </a:rPr>
              <a:t>ooxmlsdk #11 — block in this slide's spTree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Choice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oundRect">
                <a:avLst>
                  <a:gd name="adj" fmla="val 12500"/>
                </a:avLst>
              </a:prstGeom>
              <a:solidFill>
                <a:srgbClr val="4472C4"/>
              </a:solidFill>
              <a:ln w="19050">
                <a:solidFill>
                  <a:srgbClr val="2E528F"/>
                </a:solidFill>
              </a:ln>
              <a:extLst>
                <a:ext uri="{FF2B5EF4-FFF2-40B4-BE49-F238E27FC236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CHOICE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requires a14 namespace</a:t>
                </a:r>
              </a:p>
            </p:txBody>
          </p:sp>
        </mc:Choice>
        <mc:Fallback>
          <p:sp>
            <p:nvSpPr>
              <p:cNvPr id="100" name="Fallback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ect">
                <a:avLst/>
              </a:prstGeom>
              <a:solidFill>
                <a:srgbClr val="ED7D31"/>
              </a:solidFill>
              <a:ln w="19050">
                <a:solidFill>
                  <a:srgbClr val="A5380F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FALLBACK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PowerPoint 2007 path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A96C8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