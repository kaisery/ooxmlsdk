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1">
    <p:fade/>
  </p:transition>
</p:sld>
</file>