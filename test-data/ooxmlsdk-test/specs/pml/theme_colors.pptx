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slides/slide1.xml" ContentType="application/vnd.openxmlformats-officedocument.presentationml.slide+xml"/>
  <Override PartName="/ppt/theme/theme1.xml" ContentType="application/vnd.openxmlformats-officedocument.theme+xml"/>
</Types>
</file>

<file path=_rels/.rels><?xml version="1.0" encoding="UTF-8" standalone="yes"?>
<Relationships xmlns="http://schemas.openxmlformats.org/package/2006/relationships">
  <Relationship Id="rId1" Type="http://schemas.openxmlformats.org/officeDocument/2006/relationships/officeDocument" Target="ppt/presentation.xml"/>
</Relationships>
</file>

<file path=ppt/presentation.xml><?xml version="1.0" encoding="utf-8"?>
<p:presentation xmlns:p="http://schemas.openxmlformats.org/presentationml/2006/main" xmlns:r="http://schemas.openxmlformats.org/officeDocument/2006/relationships" xmlns:a="http://schemas.openxmlformats.org/drawingml/2006/main">
  <p:sldMasterIdLst>
    <p:sldMasterId id="2147483648" r:id="rId1"/>
  </p:sldMasterIdLst>
  <p:sldIdLst>
    <p:sldId id="256" r:id="rId2"/>
  </p:sldIdLst>
  <p:sldSz cx="9144000" cy="6858000"/>
  <p:notesSz cx="6858000" cy="9144000"/>
</p:presentation>
</file>

<file path=ppt/_rels/presentation.xml.rels><?xml version="1.0" encoding="UTF-8" standalone="yes"?>
<Relationships xmlns="http://schemas.openxmlformats.org/package/2006/relationships">
  <Relationship Id="rId1" Type="http://schemas.openxmlformats.org/officeDocument/2006/relationships/slideMaster" Target="slideMasters/slideMaster1.xml"/>
  <Relationship Id="rId2" Type="http://schemas.openxmlformats.org/officeDocument/2006/relationships/slide" Target="slides/slide1.xml"/>
</Relationships>
</file>

<file path=ppt/slideLayouts/_rels/slideLayout1.xml.rels><?xml version="1.0" encoding="UTF-8" standalone="yes"?>
<Relationships xmlns="http://schemas.openxmlformats.org/package/2006/relationships">
  <Relationship Id="rId1" Type="http://schemas.openxmlformats.org/officeDocument/2006/relationships/slideMaster" Target="../slideMasters/slideMaster1.xml"/>
</Relationships>
</file>

<file path=ppt/slideLayouts/slideLayout1.xml><?xml version="1.0" encoding="utf-8"?>
<p:sldLayout xmlns:p="http://schemas.openxmlformats.org/presentationml/2006/main" xmlns:r="http://schemas.openxmlformats.org/officeDocument/2006/relationships" xmlns:a="http://schemas.openxmlformats.org/drawingml/2006/main" type="blank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theme" Target="../theme/theme1.xml"/>
</Relationships>
</file>

<file path=ppt/slideMasters/slideMaster1.xml><?xml version="1.0" encoding="utf-8"?>
<p:sldMaster xmlns:p="http://schemas.openxmlformats.org/presentationml/2006/main" xmlns:r="http://schemas.openxmlformats.org/officeDocument/2006/relationships" xmlns:a="http://schemas.openxmlformats.org/draw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txStyles>
    <p:titleStyle>
      <a:lvl1pPr>
        <a:defRPr lang="en-US"/>
      </a:lvl1pPr>
    </p:titleStyle>
    <p:bodyStyle>
      <a:lvl1pPr>
        <a:defRPr lang="en-US"/>
      </a:lvl1pPr>
    </p:bodyStyle>
    <p:otherStyle>
      <a:defPPr>
        <a:defRPr lang="en-US"/>
      </a:defPPr>
    </p:otherStyle>
  </p:txStyles>
</p:sldMaster>
</file>

<file path=ppt/slides/_rels/slide1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ccent1 Shape"/>
          <p:cNvSpPr/>
          <p:nvPr/>
        </p:nvSpPr>
        <p:spPr>
          <a:xfrm>
            <a:off x="457200" y="457200"/>
            <a:ext cx="3657600" cy="1371600"/>
          </a:xfrm>
          <a:prstGeom prst="rect">
            <a:avLst/>
          </a:prstGeom>
          <a:solidFill>
            <a:schemeClr val="accent1">
              <a:lumMod val="75000"/>
            </a:schemeClr>
          </a:solidFill>
        </p:spPr>
        <p:txBody>
          <a:bodyPr/>
          <a:lstStyle/>
          <a:p>
            <a:endParaRPr/>
          </a:p>
        </p:txBody>
      </p:sp>
      <p:sp>
        <p:nvSpPr>
          <p:cNvPr id="3" name="DK1 Shape"/>
          <p:cNvSpPr/>
          <p:nvPr/>
        </p:nvSpPr>
        <p:spPr>
          <a:xfrm>
            <a:off x="457200" y="2057400"/>
            <a:ext cx="3657600" cy="1371600"/>
          </a:xfrm>
          <a:prstGeom prst="rect">
            <a:avLst/>
          </a:prstGeom>
          <a:solidFill>
            <a:schemeClr val="dk1">
              <a:tint val="40000"/>
            </a:schemeClr>
          </a:solidFill>
        </p:spPr>
        <p:txBody>
          <a:bodyPr/>
          <a:lstStyle/>
          <a:p>
            <a:endParaRPr/>
          </a:p>
        </p:txBody>
      </p:sp>
    </p:spTree>
  </p:cSld>
  <p:clrMapOvr>
    <a:overrideClrMapping bg1="dk1" tx1="lt1" bg2="lt2" tx2="dk2" accent1="accent1" accent2="accent2" accent3="accent3" accent4="accent4" accent5="accent5" accent6="accent6" hlink="hlink" folHlink="folHlink"/>
  </p:clrMapOvr>
</p:sld>
</file>

<file path=ppt/theme/theme1.xml><?xml version="1.0" encoding="utf-8"?>
<a:theme xmlns:a="http://schemas.openxmlformats.org/drawingml/2006/main" name="Test Theme">
  <a:themeElements>
    <a:clrScheme name="Test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Test">
      <a:majorFont>
        <a:latin typeface="Calibri"/>
        <a:ea typeface=""/>
        <a:cs typeface=""/>
      </a:majorFont>
      <a:minorFont>
        <a:latin typeface="Calibri"/>
        <a:ea typeface=""/>
        <a:cs typeface=""/>
      </a:minorFont>
    </a:fontScheme>
    <a:fmtScheme name="Test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</a:schemeClr>
            </a:gs>
            <a:gs pos="100000">
              <a:schemeClr val="phClr">
                <a:lumMod val="60000"/>
                <a:satMod val="99000"/>
              </a:schemeClr>
            </a:gs>
          </a:gsLst>
          <a:lin ang="5400000" scaled="0"/>
        </a:gradFill>
        <a:solidFill>
          <a:schemeClr val="phClr">
            <a:tint val="20000"/>
          </a:schemeClr>
        </a:solidFill>
      </a:fillStyleLst>
      <a:lnStyleLst>
        <a:ln w="9525" cap="flat" cmpd="sng" algn="ctr">
          <a:solidFill>
            <a:schemeClr val="phClr">
              <a:shade val="9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16200000" scaled="0"/>
        </a:gradFill>
      </a:bgFillStyleLst>
    </a:fmtScheme>
  </a:themeElements>
</a:theme>
</file>