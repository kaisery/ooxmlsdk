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r="http://schemas.openxmlformats.org/officeDocument/2006/relationships" xmlns:a="http://schemas.openxmlformats.org/drawing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lang="en-US"/>
      </a:lvl1pPr>
    </p:titleStyle>
    <p:bodyStyle>
      <a:lvl1pPr>
        <a:defRPr lang="en-US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457200"/>
          <a:ext cx="8229600" cy="1714500"/>
        </p:xfrm>
        <a:graphic>
          <a:graphicData uri="http://schemas.openxmlformats.org/drawingml/2006/table">
            <a:tbl>
              <a:tblPr firstRow="1" bandRow="1"/>
              <a:tblGrid>
                <a:gridCol w="2743200"/>
                <a:gridCol w="2743200"/>
                <a:gridCol w="2743200"/>
              </a:tblGrid>
              <!-- header row: col A standalone; cols B+C merged -->
              <a:tr h="571500">
                <a:tc>
                  <a:txBody>
                    <a:bodyPr/>
                    <a:lstStyle/>
                    <a:p>
                      <a:r>
                        <a:t>Header A</a:t>
                      </a:r>
                    </a:p>
                  </a:txBody>
                  <a:tcPr>
                    <a:lnB w="12700" cap="flat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t>Merged B+C</a:t>
                      </a:r>
                    </a:p>
                  </a:txBody>
                  <a:tcPr>
                    <a:lnB w="12700" cap="flat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!-- data row 1 -->
              <a:tr h="571500"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!-- data row 2 -->
              <a:tr h="571500"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