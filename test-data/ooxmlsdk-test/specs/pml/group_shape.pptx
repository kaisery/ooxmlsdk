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457200"/>
            <a:ext cx="5486400" cy="1371600"/>
            <a:chOff x="914400" y="457200"/>
            <a:chExt cx="5486400" cy="1371600"/>
          </a:xfrm>
        </p:grpSpPr>
        <p:sp>
          <p:nvSpPr>
            <p:cNvPr id="3" name="Rect 1"/>
            <p:cNvSpPr/>
            <p:nvPr/>
          </p:nvSpPr>
          <p:spPr>
            <a:xfrm>
              <a:off x="914400" y="457200"/>
              <a:ext cx="2286000" cy="1371600"/>
            </a:xfrm>
            <a:prstGeom prst="rect">
              <a:avLst/>
            </a:prstGeom>
            <a:solidFill>
              <a:srgbClr val="4472C4"/>
            </a:solidFill>
          </p:spPr>
          <p:txBody>
            <a:bodyPr/>
            <a:lstStyle/>
            <a:p>
              <a:r>
                <a:t>Left</a:t>
              </a:r>
            </a:p>
          </p:txBody>
        </p:sp>
        <p:sp>
          <p:nvSpPr>
            <p:cNvPr id="4" name="Ellipse 2"/>
            <p:cNvSpPr/>
            <p:nvPr/>
          </p:nvSpPr>
          <p:spPr>
            <a:xfrm>
              <a:off x="4114800" y="457200"/>
              <a:ext cx="2286000" cy="1371600"/>
            </a:xfrm>
            <a:prstGeom prst="ellipse">
              <a:avLst/>
            </a:prstGeom>
            <a:solidFill>
              <a:srgbClr val="ED7D31"/>
            </a:solidFill>
          </p:spPr>
          <p:txBody>
            <a:bodyPr/>
            <a:lstStyle/>
            <a:p>
              <a:r>
                <a:t>Right</a:t>
              </a:r>
            </a:p>
          </p:txBody>
        </p:sp>
      </p:grpSp>
    </p:spTree>
  </p:cSld>
  <p:clrMapOvr>
    <a:masterClrMapping/>
  </p:clrMapOvr>
</p:sld>
</file>