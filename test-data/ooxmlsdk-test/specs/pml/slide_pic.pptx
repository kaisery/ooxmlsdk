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1x1 red pixel"/>
          <p:cNvPicPr>
            <a:picLocks noChangeAspect="1"/>
          </p:cNvPicPr>
          <p:nvPr/>
        </p:nvPicPr>
        <p:blipFill>
          <a:blip r:embed="rId2"/>
          <a:srcRect l="10000" t="10000" r="10000" b="10000"/>
          <a:stretch>
            <a:fillRect/>
          </a:stretch>
        </p:blipFill>
        <p:spPr>
          <a:xfrm>
            <a:off x="914400" y="914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