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shedBorder"/>
          <p:cNvSpPr/>
          <p:nvPr/>
        </p:nvSpPr>
        <p:spPr>
          <a:xfrm>
            <a:off x="457200" y="457200"/>
            <a:ext cx="4114800" cy="2057400"/>
          </a:xfrm>
          <a:prstGeom prst="rect">
            <a:avLst/>
          </a:prstGeom>
          <a:noFill/>
          <a:ln w="38100" cap="rnd" cmpd="sng">
            <a:solidFill>
              <a:srgbClr val="FF6600"/>
            </a:solidFill>
            <a:prstDash val="lgDash"/>
          </a:ln>
        </p:spPr>
        <p:txBody>
          <a:bodyPr/>
          <a:lstStyle/>
          <a:p>
            <a:endParaRPr/>
          </a:p>
        </p:txBody>
      </p:sp>
      <p:cxnSp>
        <p:nvCxnSpPr>
          <p:cNvPr id="3" name="Arrow"/>
          <p:cNvCxnSpPr/>
          <p:nvPr/>
        </p:nvCxnSpPr>
        <p:spPr>
          <a:xfrm>
            <a:off x="5029200" y="1371600"/>
            <a:ext cx="2743200" cy="0"/>
          </a:xfrm>
          <a:prstGeom prst="line">
            <a:avLst/>
          </a:prstGeom>
          <a:ln w="25400">
            <a:solidFill>
              <a:srgbClr val="0070C0"/>
            </a:solidFill>
            <a:prstDash val="solid"/>
            <a:headEnd type="oval" w="med" len="med"/>
            <a:tailEnd type="triangle" w="lg" len="lg"/>
          </a:ln>
        </p:spPr>
      </p:cxnSp>
    </p:spTree>
  </p:cSld>
  <p:clrMapOvr>
    <a:masterClrMapping/>
  </p:clrMapOvr>
</p:sld>
</file>