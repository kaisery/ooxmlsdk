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000"
    Type="http://schemas.openxmlformats.org/officeDocument/2006/relationships/theme"
    Target="theme/theme1.xml"/>
  <Relationship Id="rId1"
    Type="http://schemas.openxmlformats.org/officeDocument/2006/relationships/slide"
    Target="slides/slide1.xml"/>
</Relationships>
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type="blank">
  <p:cSld name="Blank"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ChoiceShape"/>
              <p:cNvSpPr/>
              <p:nvPr/>
            </p:nvSpPr>
            <p:spPr>
              <a:xfrm>
                <a:off x="2540000" y="2286000"/>
                <a:ext cx="3962400" cy="2286000"/>
              </a:xfrm>
              <a:prstGeom prst="roundRect">
                <a:avLst>
                  <a:gd name="adj" fmla="val 12500"/>
                </a:avLst>
              </a:prstGeom>
              <a:solidFill>
                <a:srgbClr val="4472C4"/>
              </a:solidFill>
              <a:ln w="19050">
                <a:solidFill>
                  <a:srgbClr val="2E528F"/>
                </a:solidFill>
              </a:ln>
              <a:extLst>
                <a:ext uri="{FF2B5EF4-FFF2-40B4-BE49-F238E27FC236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sz="2400" b="1">
                    <a:solidFill>
                      <a:srgbClr val="FFFFFF"/>
                    </a:solidFill>
                  </a:rPr>
                  <a:t>CHOICE</a:t>
                </a:r>
              </a:p>
              <a:p>
                <a:pPr algn="ctr"/>
                <a:r>
                  <a:rPr lang="en-US" sz="1400">
                    <a:solidFill>
                      <a:srgbClr val="FFFFFF"/>
                    </a:solidFill>
                  </a:rPr>
                  <a:t>requires a14 namespace</a:t>
                </a:r>
              </a:p>
            </p:txBody>
          </p:sp>
        </mc:Choice>
        <mc:Fallback>
          <p:sp>
            <p:nvSpPr>
              <p:cNvPr id="100" name="FallbackShape"/>
              <p:cNvSpPr/>
              <p:nvPr/>
            </p:nvSpPr>
            <p:spPr>
              <a:xfrm>
                <a:off x="2540000" y="2286000"/>
                <a:ext cx="3962400" cy="2286000"/>
              </a:xfrm>
              <a:prstGeom prst="rect">
                <a:avLst/>
              </a:prstGeom>
              <a:solidFill>
                <a:srgbClr val="ED7D31"/>
              </a:solidFill>
              <a:ln w="19050">
                <a:solidFill>
                  <a:srgbClr val="A5380F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US" sz="2400" b="1">
                    <a:solidFill>
                      <a:srgbClr val="FFFFFF"/>
                    </a:solidFill>
                  </a:rPr>
                  <a:t>FALLBACK</a:t>
                </a:r>
              </a:p>
              <a:p>
                <a:pPr algn="ctr"/>
                <a:r>
                  <a:rPr lang="en-US" sz="1400">
                    <a:solidFill>
                      <a:srgbClr val="FFFFFF"/>
                    </a:solidFill>
                  </a:rPr>
                  <a:t>PowerPoint 2007 path</a:t>
                </a:r>
              </a:p>
            </p:txBody>
          </p:sp>
        </mc:Fallback>
      </mc:AlternateContent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  <Relationship Id="rId2"
    Type="http://schemas.openxmlformats.org/officeDocument/2006/relationships/theme"
   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>
            <a:spLocks noGrp="1"/>
          </p:cNvSpPr>
          <p:nvPr/>
        </p:nvSpPr>
        <p:spPr>
          <a:xfrm>
            <a:off x="457200" y="0"/>
            <a:ext cx="82296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t>MCE repro base slide</a:t>
            </a:r>
          </a:p>
        </p:txBody>
      </p:sp>
      <p:sp>
        <p:nvSpPr>
          <p:cNvPr id="50" name="TitleLabel"/>
          <p:cNvSpPr/>
          <p:nvPr/>
        </p:nvSpPr>
        <p:spPr>
          <a:xfrm>
            <a:off x="457200" y="457200"/>
            <a:ext cx="8229600" cy="1143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en-US" sz="2800" b="1">
                <a:solidFill>
                  <a:srgbClr val="1F3864"/>
                </a:solidFill>
              </a:rPr>
              <a:t>MCE repro: AltContent in &lt;p:sldLayout&gt;</a:t>
            </a:r>
          </a:p>
          <a:p>
            <a:pPr algn="l"/>
            <a:r>
              <a:rPr lang="en-US" sz="1400">
                <a:solidFill>
                  <a:srgbClr val="595959"/>
                </a:solidFill>
              </a:rPr>
              <a:t>ooxmlsdk #11 — block in the layout; this slide inherits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A96C8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