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"/>
          <p:cNvSpPr/>
          <p:nvPr/>
        </p:nvSpPr>
        <p:spPr>
          <a:xfrm>
            <a:off x="457200" y="457200"/>
            <a:ext cx="4114800" cy="3657600"/>
          </a:xfrm>
          <a:custGeom>
            <a:avLst/>
            <a:pathLst>
              <a:path w="100" h="100">
                <a:moveTo>
                  <a:pt x="0" y="100"/>
                </a:moveTo>
                <a:lnTo>
                  <a:pt x="100" y="100"/>
                </a:lnTo>
                <a:lnTo>
                  <a:pt x="0" y="0"/>
                </a:lnTo>
                <a:close/>
              </a:path>
            </a:pathLst>
          </a:custGeom>
          <a:solidFill>
            <a:srgbClr val="70AD47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