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tchRect"/>
          <p:cNvSpPr/>
          <p:nvPr/>
        </p:nvSpPr>
        <p:spPr>
          <a:xfrm>
            <a:off x="457200" y="457200"/>
            <a:ext cx="4114800" cy="2743200"/>
          </a:xfrm>
          <a:prstGeom prst="rect">
            <a:avLst/>
          </a:prstGeom>
          <a:pattFill prst="ltHorz">
            <a:fgClr>
              <a:srgbClr val="4472C4"/>
            </a:fgClr>
            <a:bgClr>
              <a:srgbClr val="FFFFFF"/>
            </a:bgClr>
          </a:patt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