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Shape"/>
          <p:cNvSpPr/>
          <p:nvPr/>
        </p:nvSpPr>
        <p:spPr>
          <a:xfrm rot="900000">
            <a:off x="914400" y="914400"/>
            <a:ext cx="6400800" cy="2286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chemeClr val="accent1">
                  <a:lumMod val="110000"/>
                  <a:satMod val="105000"/>
                </a:schemeClr>
              </a:gs>
              <a:gs pos="100000">
                <a:schemeClr val="accent1">
                  <a:lumMod val="60000"/>
                  <a:satMod val="99000"/>
                </a:schemeClr>
              </a:gs>
            </a:gsLst>
            <a:lin ang="5400000" scaled="0"/>
          </a:gradFill>
          <a:ln w="19050">
            <a:solidFill>
              <a:schemeClr val="accent1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+mj-lt"/>
              </a:rPr>
              <a:t>Gradient</a:t>
            </a:r>
          </a:p>
        </p:txBody>
      </p:sp>
    </p:spTree>
  </p:cSld>
  <p:clrMapOvr>
    <a:masterClrMapping/>
  </p:clrMapOvr>
</p:sld>
</file>