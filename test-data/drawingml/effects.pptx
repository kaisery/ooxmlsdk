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dowShape"/>
          <p:cNvSpPr/>
          <p:nvPr/>
        </p:nvSpPr>
        <p:spPr>
          <a:xfrm>
            <a:off x="914400" y="914400"/>
            <a:ext cx="5486400" cy="274320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2F5496"/>
            </a:solidFill>
          </a:ln>
          <a:effectLst>
            <a:outerShdw blurRad="57150" dist="38100" dir="5400000" algn="ctr" rotWithShape="0">
              <a:srgbClr val="000000">
                <a:alpha val="50000"/>
              </a:srgbClr>
            </a:outerShdw>
            <a:glow rad="127000">
              <a:srgbClr val="4472C4">
                <a:alpha val="50000"/>
              </a:srgbClr>
            </a:glow>
          </a:effectLst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Shadow + Glow</a:t>
            </a:r>
          </a:p>
        </p:txBody>
      </p:sp>
    </p:spTree>
  </p:cSld>
  <p:clrMapOvr>
    <a:masterClrMapping/>
  </p:clrMapOvr>
</p:sld>
</file>