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1"/>
  </p:sldMasterIdLst>
  <p:sldIdLst>
    <p:sldId id="256" r:id="rId2"/>
  </p:sldIdLst>
  <p:sldSz cx="9144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>
        <a:defRPr lang="en-US"/>
      </a:lvl1pPr>
    </p:titleStyle>
    <p:bodyStyle>
      <a:lvl1pPr>
        <a:defRPr lang="en-US"/>
      </a:lvl1pPr>
    </p:bodyStyle>
    <p:otherStyle>
      <a:defPPr>
        <a:defRPr lang="en-US"/>
      </a:defPPr>
    </p:otherStyle>
  </p:txStyles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dRect"/>
          <p:cNvSpPr/>
          <p:nvPr/>
        </p:nvSpPr>
        <p:spPr>
          <a:xfrm>
            <a:off x="457200" y="457200"/>
            <a:ext cx="3657600" cy="1371600"/>
          </a:xfrm>
          <a:prstGeom prst="rect">
            <a:avLst/>
          </a:prstGeom>
          <a:solidFill>
            <a:srgbClr val="FF0000"/>
          </a:solidFill>
        </p:spPr>
        <p:txBody>
          <a:bodyPr/>
          <a:lstStyle/>
          <a:p>
            <a:endParaRPr/>
          </a:p>
        </p:txBody>
      </p:sp>
      <p:sp>
        <p:nvSpPr>
          <p:cNvPr id="3" name="SchemeRect"/>
          <p:cNvSpPr/>
          <p:nvPr/>
        </p:nvSpPr>
        <p:spPr>
          <a:xfrm>
            <a:off x="457200" y="2057400"/>
            <a:ext cx="3657600" cy="1371600"/>
          </a:xfrm>
          <a:prstGeom prst="roundRect">
            <a:avLst>
              <a:gd name="adj" fmla="val 16667"/>
            </a:avLst>
          </a:prstGeom>
          <a:solidFill>
            <a:schemeClr val="accent1">
              <a:lumMod val="75000"/>
              <a:satMod val="105000"/>
            </a:schemeClr>
          </a:solidFill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