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dShape"/>
          <p:cNvSpPr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+mj-lt"/>
              </a:rPr>
              <a:t>Theme Color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t Theme">
  <a:themeElements>
    <a:clrScheme name="Te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es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60000"/>
                <a:satMod val="99000"/>
              </a:schemeClr>
            </a:gs>
          </a:gsLst>
          <a:lin ang="5400000" scaled="0"/>
        </a:gradFill>
        <a:solidFill>
          <a:schemeClr val="phClr">
            <a:tint val="20000"/>
          </a:schemeClr>
        </a:solidFill>
      </a:fillStyleLst>
      <a:lnStyleLst>
        <a:ln w="9525" cap="flat" cmpd="sng" algn="ctr">
          <a:solidFill>
            <a:schemeClr val="phClr">
              <a:shade val="9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</a:theme>
</file>