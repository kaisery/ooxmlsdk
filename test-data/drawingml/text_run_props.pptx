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chText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square" lIns="91440" rIns="91440" tIns="45720" bIns="4572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1F3864"/>
                </a:solidFill>
                <a:latin typeface="+mj-lt"/>
              </a:rPr>
              <a:t>Bold Heading </a:t>
            </a:r>
            <a:r>
              <a:rPr lang="en-US" sz="2800" i="1" dirty="0">
                <a:solidFill>
                  <a:schemeClr val="accent2"/>
                </a:solidFill>
                <a:latin typeface="+mn-lt"/>
              </a:rPr>
              <a:t>Italic Accent</a:t>
            </a:r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1800" u="sng" dirty="0">
                <a:solidFill>
                  <a:srgbClr val="0000FF"/>
                </a:solidFill>
              </a:rPr>
              <a:t>Underlined text</a:t>
            </a:r>
            <a:r>
              <a:rPr lang="en-US" sz="1800" strike="sngStrike" dirty="0">
                <a:solidFill>
                  <a:srgbClr val="FF0000"/>
                </a:solidFill>
              </a:rPr>
              <a:t> Strikethrough</a:t>
            </a:r>
          </a:p>
          <a:p>
            <a:r>
              <a:rPr lang="en-US" sz="1400" baseline="30000" dirty="0"/>
              <a:t>Super</a:t>
            </a:r>
            <a:r>
              <a:rPr lang="en-US" sz="1800" dirty="0"/>
              <a:t>script and </a:t>
            </a:r>
            <a:r>
              <a:rPr lang="en-US" sz="1400" baseline="-25000" dirty="0"/>
              <a:t>sub</a:t>
            </a:r>
            <a:r>
              <a:rPr lang="en-US" sz="1800" dirty="0"/>
              <a:t>script</a:t>
            </a:r>
            <a:endParaRPr lang="en-US" dirty="0"/>
          </a:p>
        </p:txBody>
      </p:sp>
    </p:spTree>
  </p:cSld>
  <p:clrMapOvr>
    <a:masterClrMapping/>
  </p:clrMapOvr>
</p:sld>
</file>