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8229600" cy="1143000"/>
        </p:xfrm>
        <a:graphic>
          <a:graphicData uri="http://schemas.openxmlformats.org/drawingml/2006/table">
            <a:tbl>
              <a:tblPr firstRow="1" bandRow="1"/>
              <a:tblGrid>
                <a:gridCol w="4114800"/>
                <a:gridCol w="4114800"/>
              </a:tblGrid>
              <a:tr h="571500">
                <a:tc>
                  <a:txBody>
                    <a:bodyPr/>
                    <a:lstStyle/>
                    <a:p>
                      <a: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A2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