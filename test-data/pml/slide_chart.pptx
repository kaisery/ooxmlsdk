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cat>
            <c:strRef>
              <c:f/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/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111"/>
        <c:axId val="222"/>
      </c:barChart>
      <c:catAx>
        <c:axId val="111"/>
        <c:scaling>
          <c:orientation val="minMax"/>
        </c:scaling>
        <c:delete val="0"/>
        <c:axPos val="b"/>
        <c:crossAx val="222"/>
      </c:catAx>
      <c:valAx>
        <c:axId val="222"/>
        <c:scaling>
          <c:orientation val="minMax"/>
        </c:scaling>
        <c:delete val="0"/>
        <c:axPos val="l"/>
        <c:crossAx val="111"/>
      </c:valAx>
    </c:plotArea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457200" y="45720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