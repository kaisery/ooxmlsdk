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lang="en-US"/>
      </a:lvl1pPr>
    </p:titleStyle>
    <p:bodyStyle>
      <a:lvl1pPr>
        <a:defRPr lang="en-US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6400800" cy="13716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2400" dirty="0"/>
              <a:t>Fade In Animation</a:t>
            </a:r>
          </a:p>
        </p:txBody>
      </p:sp>
    </p:spTree>
  </p:cSld>
  <p:clrMapOvr>
    <a:masterClrMapping/>
  </p:clrMapOvr>
  <p:timing>
    <p:tnLst>
      <p:par>
        <p:cTn id="1" dur="indefin" restart="whenNotActive" nodeType="tmRoot">
          <p:childTnLst>
            <p:seq concurrent="1" nextAc="seek">
              <p:cTn id="2" dur="indefin" nodeType="mainSeq">
                <p:childTnLst>
                  <p:par>
                    <p:cTn id="3" fill="hold">
                      <p:stCondLst>
                        <p:cond delay="indefin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n val="3"/>
                </p:cond>
              </p:prevCondLst>
              <p:nextCondLst>
                <p:cond evt="onNext" delay="0">
                  <p:tn val="3"/>
                </p:cond>
              </p:nextCondLst>
            </p:seq>
          </p:childTnLst>
        </p:cTn>
      </p:par>
    </p:tnLst>
    <p:bldLst>
      <p:bldP spid="2" grpId="0" uiExpand="1" build="allAtOnce"/>
    </p:bldLst>
  </p:timing>
</p:sld>
</file>