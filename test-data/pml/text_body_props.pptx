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1"/>
          <p:cNvSpPr txBox="1"/>
          <p:nvPr/>
        </p:nvSpPr>
        <p:spPr>
          <a:xfrm>
            <a:off x="457200" y="457200"/>
            <a:ext cx="2286000" cy="1143000"/>
          </a:xfrm>
          <a:prstGeom prst="rect">
            <a:avLst/>
          </a:prstGeom>
          <a:noFill/>
        </p:spPr>
        <p:txBody>
          <a:bodyPr anchor="t">
            <a:noAutofit/>
          </a:bodyPr>
          <a:lstStyle/>
          <a:p>
            <a:r>
              <a:t>No autofit, top</a:t>
            </a:r>
          </a:p>
        </p:txBody>
      </p:sp>
      <p:sp>
        <p:nvSpPr>
          <p:cNvPr id="3" name="Box 2"/>
          <p:cNvSpPr txBox="1"/>
          <p:nvPr/>
        </p:nvSpPr>
        <p:spPr>
          <a:xfrm>
            <a:off x="3200400" y="457200"/>
            <a:ext cx="2286000" cy="114300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r>
              <a:t>Shape autofit, center</a:t>
            </a:r>
          </a:p>
        </p:txBody>
      </p:sp>
      <p:sp>
        <p:nvSpPr>
          <p:cNvPr id="4" name="Box 3"/>
          <p:cNvSpPr txBox="1"/>
          <p:nvPr/>
        </p:nvSpPr>
        <p:spPr>
          <a:xfrm>
            <a:off x="5943600" y="457200"/>
            <a:ext cx="2286000" cy="1143000"/>
          </a:xfrm>
          <a:prstGeom prst="rect">
            <a:avLst/>
          </a:prstGeom>
          <a:noFill/>
        </p:spPr>
        <p:txBody>
          <a:bodyPr vert="vert" anchor="b">
            <a:normAutofit/>
          </a:bodyPr>
          <a:lstStyle/>
          <a:p>
            <a:r>
              <a:t>Vert, bottom</a:t>
            </a:r>
          </a:p>
        </p:txBody>
      </p:sp>
    </p:spTree>
  </p:cSld>
  <p:clrMapOvr>
    <a:masterClrMapping/>
  </p:clrMapOvr>
</p:sld>
</file>