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r="http://schemas.openxmlformats.org/officeDocument/2006/relationships" xmlns:a="http://schemas.openxmlformats.org/drawing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lang="en-US"/>
      </a:lvl1pPr>
    </p:titleStyle>
    <p:bodyStyle>
      <a:lvl1pPr>
        <a:defRPr lang="en-US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tated 1"/>
          <p:cNvSpPr/>
          <p:nvPr/>
        </p:nvSpPr>
        <p:spPr>
          <a:xfrm rot="2700000">
            <a:off x="1828800" y="457200"/>
            <a:ext cx="2286000" cy="1143000"/>
          </a:xfrm>
          <a:prstGeom prst="rect">
            <a:avLst/>
          </a:prstGeom>
          <a:solidFill>
            <a:srgbClr val="4472C4"/>
          </a:solidFill>
        </p:spPr>
        <p:txBody>
          <a:bodyPr/>
          <a:lstStyle/>
          <a:p/>
        </p:txBody>
      </p:sp>
      <p:sp>
        <p:nvSpPr>
          <p:cNvPr id="3" name="Flipped 2"/>
          <p:cNvSpPr/>
          <p:nvPr/>
        </p:nvSpPr>
        <p:spPr>
          <a:xfrm flipH="1" flipV="1">
            <a:off x="5029200" y="457200"/>
            <a:ext cx="2286000" cy="1143000"/>
          </a:xfrm>
          <a:prstGeom prst="triangle">
            <a:avLst/>
          </a:prstGeom>
          <a:solidFill>
            <a:srgbClr val="ED7D31"/>
          </a:solidFill>
        </p:spPr>
        <p:txBody>
          <a:bodyPr/>
          <a:lstStyle/>
          <a:p/>
        </p:txBody>
      </p:sp>
    </p:spTree>
  </p:cSld>
  <p:clrMapOvr>
    <a:masterClrMapping/>
  </p:clrMapOvr>
</p:sld>
</file>