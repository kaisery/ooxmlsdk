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AAAAAAAA-BBBB-CCCC-DDDD-EEEEEEEEEEEE}"/>
              </a:ext>
            </a:extLst>
          </p:cNvPr>
          <p:cNvSpPr txBox="1"/>
          <p:nvPr/>
        </p:nvSpPr>
        <p:spPr>
          <a:xfrm>
            <a:off x="914400" y="914400"/>
            <a:ext cx="2743200" cy="1143000"/>
          </a:xfrm>
          <a:prstGeom prst="rect">
            <a:avLst/>
          </a:prstGeom>
        </p:spPr>
        <p:txBody>
          <a:bodyPr/>
          <a:lstStyle/>
          <a:p>
            <a:r>
              <a:t>extlst test</a:t>
            </a:r>
          </a:p>
        </p:txBody>
      </p:sp>
    </p:spTree>
  </p:cSld>
  <p:clrMapOvr>
    <a:masterClrMapping/>
  </p:clrMapOvr>
</p:sld>
</file>